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6f9177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a6f9177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9b5bbb7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9b5bbb7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b5bbb6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b5bbb6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9b5bbb69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9b5bbb69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9b5bbb76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9b5bbb76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b5bbb76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b5bbb76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b5bbb76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b5bbb76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b5bbb76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9b5bbb76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b4f81c4d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b4f81c4d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52400" y="214900"/>
            <a:ext cx="8761500" cy="10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orgia"/>
                <a:ea typeface="Georgia"/>
                <a:cs typeface="Georgia"/>
                <a:sym typeface="Georgia"/>
              </a:rPr>
              <a:t>PROJET WALMART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5" name="Google Shape;55;p13" title="Logo Walmar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49575"/>
            <a:ext cx="2041525" cy="204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jedha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7275" y="2949575"/>
            <a:ext cx="2041525" cy="20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33800" y="3540000"/>
            <a:ext cx="3519900" cy="857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</a:rPr>
              <a:t>Elève : Patrick GROUILLET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</a:rPr>
              <a:t>Session : DAFS-FT-17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151400" y="217300"/>
            <a:ext cx="6841200" cy="466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fr" sz="2000"/>
              <a:t>PROBLEMATIQUE</a:t>
            </a:r>
            <a:endParaRPr b="1" sz="209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821075"/>
            <a:ext cx="8520600" cy="13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L’équipe marketing de Walmart nous a demandé de construire un modèle d’apprentissage automatique permettant d’estimer les ventes hebdomadaires dans leurs magasins avec la meilleure précision possible.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Ce modèle doit leur permettre de mieux comprendre l’influence que les indicateurs économiques ont sur les ventes afin de planifier les futures campagnes marketing.</a:t>
            </a:r>
            <a:endParaRPr sz="1400"/>
          </a:p>
        </p:txBody>
      </p:sp>
      <p:sp>
        <p:nvSpPr>
          <p:cNvPr id="64" name="Google Shape;64;p14"/>
          <p:cNvSpPr txBox="1"/>
          <p:nvPr/>
        </p:nvSpPr>
        <p:spPr>
          <a:xfrm>
            <a:off x="1391200" y="3087950"/>
            <a:ext cx="6841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1054275" y="2514725"/>
            <a:ext cx="6853800" cy="466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fr" sz="2018"/>
              <a:t>PRESENTATION DE L’ETUDE</a:t>
            </a:r>
            <a:endParaRPr b="1" sz="2018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3087950"/>
            <a:ext cx="8520600" cy="21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Les données du dataset proviennent des statistiques de ventes allant du 05/02/2010 au 19/10/2012.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Les indicateurs économiques renseignés sont le taux de chômage, l’inflation, le prix du carburant et la température.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Il faudra déterminer lesquels influencent le plus le niveau des ventes des magasins pour prédire les ventes futures en fonction de ces paramètres.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1 Ventes par magas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711790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13000" y="4064275"/>
            <a:ext cx="8118000" cy="99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2"/>
                </a:solidFill>
              </a:rPr>
              <a:t>Visualisation des ventes par magasin.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2"/>
                </a:solidFill>
              </a:rPr>
              <a:t>On remarque de fortes disparités entre eux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2 Boxplot Tempera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050" y="230366"/>
            <a:ext cx="2409900" cy="350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3 Boxplot Fuel Pri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350" y="230350"/>
            <a:ext cx="2409900" cy="35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367050" y="3734825"/>
            <a:ext cx="2659800" cy="128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Représentation de la distribution des températures en °Celsius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9800" y="3734825"/>
            <a:ext cx="2659800" cy="128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</a:rPr>
              <a:t>Représentation de la distribution des prix du carburant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6" title="4 Boxplot CP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3750" y="230349"/>
            <a:ext cx="2409900" cy="35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6326950" y="3734825"/>
            <a:ext cx="2659800" cy="128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Représentation de la distribution du niveau d’inflation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5 Boxplot Unemployment avant corr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25"/>
            <a:ext cx="4393701" cy="34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6 Boxplot Unemployment après corre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925" y="62625"/>
            <a:ext cx="4315750" cy="34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441600" y="3708825"/>
            <a:ext cx="8478000" cy="122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Représentation de la distribution des donnée de chômage 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à gauche, le boxplot avec l’intégralité des valeurs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à droite, le boxplot après exclusion des valeurs éloignées de la moyenne de plus de 3 écarts-types.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7 Matrice de corrél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3250"/>
            <a:ext cx="6277051" cy="81232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5874425" y="1059175"/>
            <a:ext cx="2883600" cy="3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dk2"/>
                </a:solidFill>
              </a:rPr>
              <a:t>La matrice de corrélation nous montre qu’il n’y a pas de réelle corrélation entre les valeurs explicatives et la colonne “Weekly Sales”.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36325" y="157775"/>
            <a:ext cx="5204400" cy="477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2"/>
                </a:solidFill>
              </a:rPr>
              <a:t>MATRICE DE CORRELATION</a:t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 title="8 Histogramme des valeurs important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50" y="82325"/>
            <a:ext cx="6165549" cy="766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5775725" y="635650"/>
            <a:ext cx="3177000" cy="3294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dk2"/>
                </a:solidFill>
              </a:rPr>
              <a:t>Après calcul des coefficients mesurant l’importance des différentes valeurs, on constate que l’élément le plus déterminant est presque toujours le numéro de magasin.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9 Courbes RIDGE selon plusieurs alph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900" y="144200"/>
            <a:ext cx="4103326" cy="4999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10 Courbes LASSO selon plusieurs alph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75" y="-12"/>
            <a:ext cx="4103326" cy="48689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159825" y="3567875"/>
            <a:ext cx="4202100" cy="1301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Graphique suivant la régularisation “LASSO” avec 3 paramètres différents.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4722925" y="3567875"/>
            <a:ext cx="4202100" cy="1301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2"/>
                </a:solidFill>
              </a:rPr>
              <a:t>Graphique suivant la régularisation “RIDGE” avec 3 paramètres différents.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 title="11 Courbes comparaison RIDGE et LASS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961785" cy="771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5876325" y="250350"/>
            <a:ext cx="3166200" cy="4195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300">
                <a:solidFill>
                  <a:schemeClr val="dk2"/>
                </a:solidFill>
              </a:rPr>
              <a:t>Graphique de comparaison entre la meilleure régularisation “RIDGE”  et la meilleure régularisation “LASSO.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300">
                <a:solidFill>
                  <a:schemeClr val="dk2"/>
                </a:solidFill>
              </a:rPr>
              <a:t>La proximité des deux résultats ne permet pas de les distinguer.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CONCLUSION</a:t>
            </a:r>
            <a:endParaRPr b="1"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666875"/>
            <a:ext cx="8520600" cy="29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ressort de cette étude que l’élément qui influe le plus sur le niveau des ventes est le magasin lui-même car il y a de grandes différences entre les différents lieux de ventes.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Elle semble indiquer également que le RIDGE avec un alpha de 0.0012 est le meilleur pour corriger le petit surapprentissage relevé au début.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Il paraît donc le plus indiqué à utiliser.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